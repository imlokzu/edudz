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0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822960"/>
            <a:ext cx="7772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Our museum trip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4EBB5"/>
                </a:solidFill>
              </a:defRPr>
            </a:pPr>
            <a:r>
              <a:t>Explore. Learn. Ask questions.</a:t>
            </a:r>
          </a:p>
        </p:txBody>
      </p:sp>
      <p:pic>
        <p:nvPicPr>
          <p:cNvPr id="4" name="Picture 3" descr="logo-no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3840480"/>
            <a:ext cx="914400" cy="7376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0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822960"/>
            <a:ext cx="7772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The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4EBB5"/>
                </a:solidFill>
              </a:defRPr>
            </a:pPr>
            <a:r>
              <a:t>08:15 departure   ·   13:00 return</a:t>
            </a:r>
          </a:p>
        </p:txBody>
      </p:sp>
      <p:pic>
        <p:nvPicPr>
          <p:cNvPr id="4" name="Picture 3" descr="logo-no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3840480"/>
            <a:ext cx="914400" cy="7376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0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822960"/>
            <a:ext cx="7772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Bring with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4EBB5"/>
                </a:solidFill>
              </a:defRPr>
            </a:pPr>
            <a:r>
              <a:t>Water, a snack and your worksheet</a:t>
            </a:r>
          </a:p>
        </p:txBody>
      </p:sp>
      <p:pic>
        <p:nvPicPr>
          <p:cNvPr id="4" name="Picture 3" descr="logo-no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3840480"/>
            <a:ext cx="914400" cy="7376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